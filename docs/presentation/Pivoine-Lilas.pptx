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C6288"/>
                </a:solidFill>
              </a:rPr>
              <a:t>FLORIST  ·  SCIEZ / LÉMAN  ·  DEMO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3A2A30"/>
                </a:solidFill>
              </a:rPr>
              <a:t>Pivoine &amp; Lilas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6C4A58"/>
                </a:solidFill>
              </a:rPr>
              <a:t>The boutique that still sells after closing time.
Dimitri Jaille &amp; Mattieu Mouroux  ·  Flask, JWT, Decimal checkout, printable invoices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0.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Team, roles, decisions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143000"/>
          <a:ext cx="11338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Dimitri Jaille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Backend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API, SQLAlchemy, JWT, checkout, tests, security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Mattieu Mouroux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Frontend &amp; Demo Day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Jinja/CSS/JS, stories, deck, live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283464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Communication: GitHub commits/PRs every day; 15–30 min sync before each demo.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Decisions: Mattieu on UI copy; Dimitri on money/auth. Cuts (email, geo, HT/TVA) are written as missing stories — never hidden.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Evidence: github.com/Issercio/Demo-day · branch main · ./run-tests.sh (80 tests).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1.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Who suffers, and how we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Problem: the Sciez shop still sold after 19:00, but the Wix site was a brochure — no cart, no pay, no catalog the florist could update.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Users: Marie (last-minute birthday), Léa (subscription), Camille the florist (atelier + vitrine).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Pain: phone orders without line items; Instagram instead of a catalog; shared demo carts; no workshop status.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Evidence: Wix observation, classroom bugs we actually fixed (empty checkout, bcrypt Marie, client prices), Interflora already takes cards after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2.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One shop, server-owned prices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Responsive Flask shop: catalog with photos, private cart, checkout, 30 % deposit, subscriptions, Mes commandes.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Florist desk: CRUD + photo upload, season/event vitrine combo, FAC invoices, prep À préparer → Remise.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Value: buy after closing time; florist sees payment and the atelier; Demo Day runs without Stripe secrets (4242).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MVP boundary: a paid photographed bouquet + a florist invoice. Not in MVP: email, geo, click-and-collect, fiscal HT/TVA.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Choices we can defend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43000"/>
            <a:ext cx="3657600" cy="2103120"/>
          </a:xfrm>
          <a:prstGeom prst="roundRect">
            <a:avLst/>
          </a:prstGeom>
          <a:solidFill>
            <a:srgbClr val="F8F5F2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16152"/>
            <a:ext cx="347472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Frontend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Jinja2 + vanilla JS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Custom CSS (florist pink)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localStorage cart per account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43000"/>
            <a:ext cx="3657600" cy="2103120"/>
          </a:xfrm>
          <a:prstGeom prst="roundRect">
            <a:avLst/>
          </a:prstGeom>
          <a:solidFill>
            <a:srgbClr val="F8F5F2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216152"/>
            <a:ext cx="347472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Backend / API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Flask 3 + RESTX Swagger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SQLAlchemy 2 Numeric money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JWT HS256, roles from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143000"/>
            <a:ext cx="3657600" cy="2103120"/>
          </a:xfrm>
          <a:prstGeom prst="roundRect">
            <a:avLst/>
          </a:prstGeom>
          <a:solidFill>
            <a:srgbClr val="F8F5F2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216152"/>
            <a:ext cx="347472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Payments / extra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Test cards or Stripe API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Photos on disk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unittest +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2900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Why not React: two people, one process, 20-minute demo. Why SQLite: classroom machines. Why Decimal: euros are not floats.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External API: Stripe PaymentIntent when keys exist. Empty keys → documented test PANs (mandatory “external service” without live charges).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USER STORIES —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Must / Should / Could that actually run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113385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Register, login, logout, 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Browse photos, filter colour/price/name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Cart isolated per account + pay (4242 / deposit)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Track order on 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Subscribe Éclat 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Should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CRUD catalog + upload photo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Vitrine season / theme / combo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Could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Printable FAC invoice + atelier prep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MISSING ON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Specified, not shipped — not defects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715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cut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Email verification / reset 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 mail provider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UI pages only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Password change by 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PUT /users is admin-only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Hash exists, no form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Click-and-collect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Time-box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Paid order, no window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Delivery zones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 geo table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Not modelled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Homepage CMS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Vitrine is the shop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accueil is a template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HT + TVA invoice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CGV has no VAT regime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TTC demo FAC 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Model leftover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API not mounted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MOSCOW /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If everything is Must, nothing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Must: auth, catalog+photos, isolated cart, server checkout, admin guard, florist invoice/prep.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Should: subscriptions, 30 % deposit, Mes commandes, shop filters.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Could: vitrine combos, custom event themes, optional Stripe, print window.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Won’t: native app, chat, AI, 2FA, OAuth, email, geo, fiscal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MVP green: Marie pays for Bouquet Pivoine; Camille opens FAC-YYYY-NNNN and moves À préparer.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BUGS AND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Nothing that blocks a purchase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Fixed (tests + demo)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Empty checkout after per-user carts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Marie locked out by bcrypt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Cart leaked between accounts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Checkout trusted browser prices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float money → Numeric / Decimal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Navbar covering content / profile stretch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Season picker on accueil → admin vitrine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Stolen PI on public checkout rejected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XSS tester index.html gone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Open (honest)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No email send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Reviews API unmounted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Cart in localStorage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Unused prices table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No production host / TLS in repo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JWT in localStorage (XSS residual)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No login rate-limit (CNIL gap)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Coverage diluted by leftovers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Invoices are TTC demo docs, not tax invoices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The browser displays. The server owns the price.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DATABASE ERD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Cardinalities, PKs, FKs, money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005840"/>
            <a:ext cx="50292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Use cases + domain classes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Actors: Guest (browse/pay as guest) · Customer (JWT, track, delete account) · Florist (CRUD, vitrine, FAC, prep).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Classes: User, Category, Product, Order, OrderItem, ShopTheme, ThemeProduct, ShopVitrine.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User 1—* Order · Category 1—* Product · Order 1—* OrderItem · Theme *—* Product.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Open live: User.check_password (Werkzeug + bcrypt, plaintext refused) and checkout_service.build_order_lines.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SEQUENCE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Marie pays with 4242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1. Checkout submits email, card, items[{product_id, quantity}] — no price field trusted.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2. POST /api/v1/payments/checkout  ·  JWT optional (logged-in email overwrites the body).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3. SQL SELECT Product.price  →  Decimal total  →  Luhn test card.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4. 4242 INSERT order paid + prep a_preparer · 0002 → 402 failed, no atelier.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5. 201 JSON without Stripe PI  ·  UI → commandes.html#order-id  ·  florist sees FAC.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SECURITY NFR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What we implemented, what we still owe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SQLi: ORM + bound params. Hashing: PBKDF2 + bcrypt verify. Plaintext compare = false.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JWT in Bearer; is_admin from the users table; placeholder SECRET_KEY refused.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IDOR: orders owner/admin; confirm-payment owner; spoofed checkout email ignored.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XSS: escapeHtml; #rrggbb colours only. Uploads admin, type allow-list, 4 MB.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TLS: localhost HTTP for class; production must be HTTPS. No PAN. .env not in Git.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CNIL gap: no brute-force lockout, no customer password-change form, no mail verify — listed.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COLLABORATION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GitHub flow, board,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main = demo. Feature branch → tests → PR → merge. Commits in English, imperative.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Board columns: Backlog / In progress / Review / Done (PRs + spec cards US-01…).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Review: no secrets, story matches, responsive if UI, tests updated.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Evidence to open: GitHub history, docs/test-evidence, docs/screenshots, Swagger /api/v1.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80 tests OK — auth, money, IDOR, vitrine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unittest + Flask test_client + sqlite://  ·  ./run-tests.sh  ·  coverage on app.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Covered: hashing, demo seed, admin vs Marie, uploads, checkout 4242/0002/9995, deposit, tracking, combo vitrine, forged JWT, PI rejected on checkout.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Not covered: Playwright e2e, live Stripe network, email, load.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Manual M1–M10 in docs/testing.md. Bugs we found are in the spec, with Fixed/Open.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Technical and non-technical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27017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Kind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Cart identity / empty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FloraCart + snapshot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Mixed password hashes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Werkzeug + bcrypt; plaintext refused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 Stripe keys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Test cards when env empty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float euros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Decimal + Numeric(10,2)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Rebuild all of Wix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Cut CMS/geo/email; keep purchase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20 minutes including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Org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Timed Marie story; skip decline if late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NEXT &amp;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Operations next, not another stylesheet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Improve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Server-side cart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Click-and-collect + zones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Real email / CNIL lockout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Hosted HTTPS + recorded backup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Playwright + Postgres in CI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Optional HT/TVA if CGV completed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Learned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Never trust a browser price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Decimals for money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Legacy hashes or Marie locks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Empty Stripe must not crash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Secrets stay out of Git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A demo is a story, not a click tour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Missing stories must be listed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Each of us can explain the shared checkout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Friday 23:00 — Marie forgot her mother’s birthday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51560"/>
          <a:ext cx="115214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58293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Beat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On screen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Boutique open online. Street shop is dark.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Admin vitrine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Camille applies Printemps + Mariage. Shop follows.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Marie filters, adds Bouquet Pivoine (photo).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marie@test.com / marie123. Cart is hers.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4242. Server total. Payée + À préparer.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Detail, last4, stepper read-only.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Camille: FAC, TTC lines, Imprimer, prep → Remise.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MAQUETTE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Desktop — palette, accueil, shop, paiement</a:t>
            </a:r>
          </a:p>
        </p:txBody>
      </p:sp>
      <p:pic>
        <p:nvPicPr>
          <p:cNvPr id="8" name="Picture 7" descr="mockup-pa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2743200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Système visuel</a:t>
            </a:r>
          </a:p>
        </p:txBody>
      </p:sp>
      <p:pic>
        <p:nvPicPr>
          <p:cNvPr id="10" name="Picture 9" descr="mockup-accue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097280"/>
            <a:ext cx="2743200" cy="3977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4612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Accueil</a:t>
            </a:r>
          </a:p>
        </p:txBody>
      </p:sp>
      <p:pic>
        <p:nvPicPr>
          <p:cNvPr id="12" name="Picture 11" descr="mockup-sh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097280"/>
            <a:ext cx="274320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Shop</a:t>
            </a:r>
          </a:p>
        </p:txBody>
      </p:sp>
      <p:pic>
        <p:nvPicPr>
          <p:cNvPr id="14" name="Picture 13" descr="mockup-check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097280"/>
            <a:ext cx="2743200" cy="39776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9828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Paiement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MAQUETTE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Panier, commandes, admin FAC, mobile</a:t>
            </a:r>
          </a:p>
        </p:txBody>
      </p:sp>
      <p:pic>
        <p:nvPicPr>
          <p:cNvPr id="8" name="Picture 7" descr="mockup-pan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2743200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Panier</a:t>
            </a:r>
          </a:p>
        </p:txBody>
      </p:sp>
      <p:pic>
        <p:nvPicPr>
          <p:cNvPr id="10" name="Picture 9" descr="mockup-comman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097280"/>
            <a:ext cx="2743200" cy="3977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4612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Mes commandes</a:t>
            </a:r>
          </a:p>
        </p:txBody>
      </p:sp>
      <p:pic>
        <p:nvPicPr>
          <p:cNvPr id="12" name="Picture 11" descr="mockup-admin-fa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097280"/>
            <a:ext cx="274320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120640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Facture FAC</a:t>
            </a:r>
          </a:p>
        </p:txBody>
      </p:sp>
      <p:pic>
        <p:nvPicPr>
          <p:cNvPr id="14" name="Picture 13" descr="mockup-shop-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051560"/>
            <a:ext cx="2606040" cy="4617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89720" y="5687568"/>
            <a:ext cx="2606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Shop mobile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MAQUETTE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Connexion, vitrine admin, panier vide</a:t>
            </a:r>
          </a:p>
        </p:txBody>
      </p:sp>
      <p:pic>
        <p:nvPicPr>
          <p:cNvPr id="8" name="Picture 7" descr="mockup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3383280" cy="4023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166360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Connexion</a:t>
            </a:r>
          </a:p>
        </p:txBody>
      </p:sp>
      <p:pic>
        <p:nvPicPr>
          <p:cNvPr id="10" name="Picture 9" descr="mockup-admin-vitr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38328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60520" y="5166360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Vitrine admin</a:t>
            </a:r>
          </a:p>
        </p:txBody>
      </p:sp>
      <p:pic>
        <p:nvPicPr>
          <p:cNvPr id="12" name="Picture 11" descr="mockup-panier-vide-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97280"/>
            <a:ext cx="3017520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55279" y="5687568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Calibri"/>
              </a:rPr>
              <a:t>Panier vide mobile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A florist shop that takes money and can be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A customer can sign in, buy a photographed bouquet, pay or leave a deposit, subscribe, and track.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The florist manages catalog, vitrine, and a printable TTC invoice — not a fake 20 % TVA.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Gaps from the original Wix spec are written down. 80 tests. Secrets stay out of Git.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Next slice: operations (delivery, email, hosting), not another visual pass.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BC6288"/>
                </a:solidFill>
              </a:rPr>
              <a:t>Fin. Merci.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6C4A58"/>
                </a:solidFill>
              </a:rPr>
              <a:t>Pivoine &amp; Lilas — Sciez / Léman
marie@test.com / marie123   ·   admin@florashop.com / admin123   ·   4242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